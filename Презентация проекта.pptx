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Проект по теме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ru-RU" sz="3200" dirty="0" smtClean="0">
                <a:solidFill>
                  <a:srgbClr val="FFC000"/>
                </a:solidFill>
              </a:rPr>
              <a:t>Отчеты </a:t>
            </a:r>
            <a:r>
              <a:rPr lang="ru-RU" sz="3200" dirty="0">
                <a:solidFill>
                  <a:srgbClr val="FFC000"/>
                </a:solidFill>
              </a:rPr>
              <a:t>о производительности</a:t>
            </a:r>
            <a:endParaRPr lang="ru-RU" dirty="0">
              <a:solidFill>
                <a:srgbClr val="FFC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Подготовил Маринец Д.А.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Группа 323СА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/2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690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4264798"/>
            <a:ext cx="2290119" cy="42013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273643"/>
            <a:ext cx="2290119" cy="42013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1" y="2336873"/>
            <a:ext cx="5341538" cy="35993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 проекте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algn="just"/>
            <a:r>
              <a:rPr lang="ru-RU" dirty="0" smtClean="0"/>
              <a:t>Проект позволяет сократить затраты времени на составление отчетов о производительности систем вдвое, а то и втрое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Цель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dirty="0" smtClean="0"/>
              <a:t>Создать систему, сокращающую </a:t>
            </a:r>
            <a:r>
              <a:rPr lang="ru-RU" dirty="0"/>
              <a:t>время на анализ </a:t>
            </a:r>
            <a:r>
              <a:rPr lang="ru-RU" dirty="0" smtClean="0"/>
              <a:t>производительности на</a:t>
            </a:r>
            <a:r>
              <a:rPr lang="en-US" dirty="0" smtClean="0"/>
              <a:t> </a:t>
            </a:r>
            <a:r>
              <a:rPr lang="ru-RU" dirty="0" smtClean="0"/>
              <a:t>70-80%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757" y="2108887"/>
            <a:ext cx="4311822" cy="43118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314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336873"/>
            <a:ext cx="3682314" cy="42013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Что умеет система?</a:t>
            </a:r>
          </a:p>
          <a:p>
            <a:pPr marL="0" indent="0">
              <a:buNone/>
            </a:pPr>
            <a:r>
              <a:rPr lang="ru-RU" dirty="0"/>
              <a:t>- Сбор метрик: CPU, память, диск, сеть, системная информация</a:t>
            </a:r>
          </a:p>
          <a:p>
            <a:pPr marL="0" indent="0">
              <a:buNone/>
            </a:pPr>
            <a:r>
              <a:rPr lang="ru-RU" dirty="0"/>
              <a:t>- Визуализация: автоматическое создание графиков и диаграмм</a:t>
            </a:r>
          </a:p>
          <a:p>
            <a:pPr marL="0" indent="0">
              <a:buNone/>
            </a:pPr>
            <a:r>
              <a:rPr lang="ru-RU" dirty="0"/>
              <a:t>- Отчеты: генерация отчетов в текстовом, HTML и JSON форматах</a:t>
            </a:r>
          </a:p>
          <a:p>
            <a:pPr marL="0" indent="0">
              <a:buNone/>
            </a:pPr>
            <a:r>
              <a:rPr lang="ru-RU" dirty="0"/>
              <a:t>- Планирование: автоматические ежедневные/еженедельные отчеты</a:t>
            </a:r>
          </a:p>
          <a:p>
            <a:pPr marL="0" indent="0">
              <a:buNone/>
            </a:pPr>
            <a:r>
              <a:rPr lang="ru-RU" dirty="0"/>
              <a:t>- Мониторинг: проверка превышения пороговых значений</a:t>
            </a:r>
          </a:p>
          <a:p>
            <a:pPr marL="0" indent="0">
              <a:buNone/>
            </a:pPr>
            <a:r>
              <a:rPr lang="ru-RU" dirty="0"/>
              <a:t>- Архивация: хранение истории отчетов</a:t>
            </a:r>
          </a:p>
        </p:txBody>
      </p:sp>
    </p:spTree>
    <p:extLst>
      <p:ext uri="{BB962C8B-B14F-4D97-AF65-F5344CB8AC3E}">
        <p14:creationId xmlns:p14="http://schemas.microsoft.com/office/powerpoint/2010/main" val="2353812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2336873"/>
            <a:ext cx="4868562" cy="42013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Техническая </a:t>
            </a:r>
            <a:r>
              <a:rPr lang="ru-RU" b="1" dirty="0" smtClean="0"/>
              <a:t>реализация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Архитектура и </a:t>
            </a:r>
            <a:r>
              <a:rPr lang="ru-RU" b="1" dirty="0" smtClean="0"/>
              <a:t>технологии</a:t>
            </a:r>
          </a:p>
          <a:p>
            <a:pPr marL="0" indent="0">
              <a:buNone/>
            </a:pPr>
            <a:r>
              <a:rPr lang="ru-RU" b="1" dirty="0" smtClean="0"/>
              <a:t>Структура проекта</a:t>
            </a:r>
            <a:r>
              <a:rPr lang="en-US" b="1" dirty="0" smtClean="0"/>
              <a:t>:</a:t>
            </a:r>
            <a:endParaRPr lang="ru-RU" b="1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30" y="3259710"/>
            <a:ext cx="4401132" cy="2620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414434" y="2757003"/>
            <a:ext cx="4333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Особенности</a:t>
            </a:r>
            <a:r>
              <a:rPr lang="en-US" sz="2400" b="1" dirty="0" smtClean="0"/>
              <a:t>:</a:t>
            </a:r>
          </a:p>
          <a:p>
            <a:r>
              <a:rPr lang="en-US" sz="2400" dirty="0" smtClean="0"/>
              <a:t>- </a:t>
            </a:r>
            <a:r>
              <a:rPr lang="ru-RU" sz="2400" dirty="0" smtClean="0"/>
              <a:t>Расширяемая </a:t>
            </a:r>
            <a:r>
              <a:rPr lang="ru-RU" sz="2400" dirty="0"/>
              <a:t>архитектура</a:t>
            </a:r>
          </a:p>
          <a:p>
            <a:r>
              <a:rPr lang="en-US" sz="2400" dirty="0" smtClean="0"/>
              <a:t>- </a:t>
            </a:r>
            <a:r>
              <a:rPr lang="ru-RU" sz="2400" dirty="0" smtClean="0"/>
              <a:t>Подробное </a:t>
            </a:r>
            <a:r>
              <a:rPr lang="ru-RU" sz="2400" dirty="0" err="1"/>
              <a:t>логирование</a:t>
            </a:r>
            <a:endParaRPr lang="ru-RU" sz="2400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7701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336873"/>
            <a:ext cx="4610100" cy="42013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Результаты </a:t>
            </a:r>
            <a:r>
              <a:rPr lang="ru-RU" b="1" dirty="0" smtClean="0"/>
              <a:t>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2" y="2336873"/>
            <a:ext cx="7958854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Примеры использования</a:t>
            </a:r>
          </a:p>
          <a:p>
            <a:pPr marL="0" indent="0">
              <a:buNone/>
            </a:pPr>
            <a:r>
              <a:rPr lang="ru-RU" b="1" dirty="0"/>
              <a:t>Сгенерированные отчеты включают</a:t>
            </a:r>
            <a:r>
              <a:rPr lang="ru-RU" b="1" dirty="0" smtClean="0"/>
              <a:t>:</a:t>
            </a:r>
            <a:endParaRPr lang="en-US" b="1" dirty="0" smtClean="0"/>
          </a:p>
          <a:p>
            <a:r>
              <a:rPr lang="ru-RU" dirty="0" smtClean="0"/>
              <a:t>Дату создания</a:t>
            </a:r>
          </a:p>
          <a:p>
            <a:r>
              <a:rPr lang="ru-RU" dirty="0" smtClean="0"/>
              <a:t>Период изменений</a:t>
            </a:r>
          </a:p>
          <a:p>
            <a:r>
              <a:rPr lang="ru-RU" dirty="0" smtClean="0"/>
              <a:t>Загрузку процессоров</a:t>
            </a:r>
          </a:p>
          <a:p>
            <a:r>
              <a:rPr lang="ru-RU" dirty="0" smtClean="0"/>
              <a:t>Загрузку памяти</a:t>
            </a:r>
          </a:p>
          <a:p>
            <a:r>
              <a:rPr lang="ru-RU" dirty="0" smtClean="0"/>
              <a:t>Проверку порогов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3017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336873"/>
            <a:ext cx="4057650" cy="42013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586415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Итоги и перспективы</a:t>
            </a:r>
          </a:p>
          <a:p>
            <a:r>
              <a:rPr lang="ru-RU" b="1" dirty="0"/>
              <a:t>Достигнутые цели: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- Автоматизирован </a:t>
            </a:r>
            <a:r>
              <a:rPr lang="ru-RU" dirty="0"/>
              <a:t>сбор метрик</a:t>
            </a:r>
            <a:br>
              <a:rPr lang="ru-RU" dirty="0"/>
            </a:br>
            <a:r>
              <a:rPr lang="ru-RU" dirty="0" smtClean="0"/>
              <a:t>- Реализована </a:t>
            </a:r>
            <a:r>
              <a:rPr lang="ru-RU" dirty="0"/>
              <a:t>визуализация данных</a:t>
            </a:r>
            <a:br>
              <a:rPr lang="ru-RU" dirty="0"/>
            </a:br>
            <a:r>
              <a:rPr lang="ru-RU" dirty="0" smtClean="0"/>
              <a:t>- Настроена </a:t>
            </a:r>
            <a:r>
              <a:rPr lang="ru-RU" dirty="0"/>
              <a:t>генерация отчетов</a:t>
            </a:r>
            <a:br>
              <a:rPr lang="ru-RU" dirty="0"/>
            </a:br>
            <a:r>
              <a:rPr lang="ru-RU" dirty="0" smtClean="0"/>
              <a:t>- Создана </a:t>
            </a:r>
            <a:r>
              <a:rPr lang="ru-RU" dirty="0"/>
              <a:t>система планирования </a:t>
            </a:r>
            <a:r>
              <a:rPr lang="ru-RU" dirty="0" smtClean="0"/>
              <a:t>задач</a:t>
            </a:r>
            <a:endParaRPr lang="ru-RU" b="1" dirty="0" smtClean="0"/>
          </a:p>
          <a:p>
            <a:r>
              <a:rPr lang="ru-RU" b="1" dirty="0" smtClean="0"/>
              <a:t>Бизнес-ценность</a:t>
            </a:r>
            <a:endParaRPr lang="ru-RU" dirty="0" smtClean="0"/>
          </a:p>
          <a:p>
            <a:pPr>
              <a:buFontTx/>
              <a:buChar char="-"/>
            </a:pPr>
            <a:r>
              <a:rPr lang="ru-RU" dirty="0" smtClean="0"/>
              <a:t>Снижение </a:t>
            </a:r>
            <a:r>
              <a:rPr lang="ru-RU" dirty="0"/>
              <a:t>операционных </a:t>
            </a:r>
            <a:r>
              <a:rPr lang="ru-RU" dirty="0" smtClean="0"/>
              <a:t>затрат</a:t>
            </a:r>
          </a:p>
          <a:p>
            <a:pPr>
              <a:buFontTx/>
              <a:buChar char="-"/>
            </a:pPr>
            <a:r>
              <a:rPr lang="ru-RU" dirty="0" smtClean="0"/>
              <a:t>Улучшение </a:t>
            </a:r>
            <a:r>
              <a:rPr lang="ru-RU" dirty="0"/>
              <a:t>мониторинга системы</a:t>
            </a:r>
          </a:p>
          <a:p>
            <a:pPr marL="0" indent="0">
              <a:buNone/>
            </a:pPr>
            <a:r>
              <a:rPr lang="ru-RU" dirty="0" smtClean="0"/>
              <a:t>- Основа </a:t>
            </a:r>
            <a:r>
              <a:rPr lang="ru-RU" dirty="0"/>
              <a:t>для принятия решений по масштабированию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8249740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Берлин</Template>
  <TotalTime>42</TotalTime>
  <Words>144</Words>
  <Application>Microsoft Office PowerPoint</Application>
  <PresentationFormat>Широкоэкранный</PresentationFormat>
  <Paragraphs>39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Берлин</vt:lpstr>
      <vt:lpstr>Проект по теме: Отчеты о производительности</vt:lpstr>
      <vt:lpstr>Введение</vt:lpstr>
      <vt:lpstr>Функциональность</vt:lpstr>
      <vt:lpstr>Техническая реализация</vt:lpstr>
      <vt:lpstr>Результаты работы</vt:lpstr>
      <vt:lpstr>Заключение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по теме: Отчеты о производительности</dc:title>
  <dc:creator>Аня</dc:creator>
  <cp:lastModifiedBy>Аня</cp:lastModifiedBy>
  <cp:revision>5</cp:revision>
  <dcterms:created xsi:type="dcterms:W3CDTF">2025-12-27T05:37:21Z</dcterms:created>
  <dcterms:modified xsi:type="dcterms:W3CDTF">2025-12-27T06:20:02Z</dcterms:modified>
</cp:coreProperties>
</file>